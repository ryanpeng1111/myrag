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模擬實驗 EXP-A01：陶瓷塗層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合成測試資料。25°C / 2C / n=6。未塗層 48°C，陶瓷塗層 42°C。</a:t>
            </a:r>
          </a:p>
        </p:txBody>
      </p:sp>
      <p:pic>
        <p:nvPicPr>
          <p:cNvPr id="4" name="Picture 3" descr="synthetic-temperature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589520" cy="4250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限制與下一步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尚未驗證高溫環境與長期循環。</a:t>
            </a:r>
          </a:p>
          <a:p>
            <a:r>
              <a:t>不能直接與 35°C / 3C 的石墨片實驗比較。</a:t>
            </a:r>
          </a:p>
          <a:p>
            <a:r>
              <a:t>下一步：對齊實驗條件，測試黏著劑 B 的可靠度。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